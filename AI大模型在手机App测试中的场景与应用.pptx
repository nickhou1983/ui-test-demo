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945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AI大模型在手机App测试中的</a:t>
            </a:r>
            <a:endParaRPr lang="en-US" sz="3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场景与应用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&amp; Applications of LLMs in Mobile App Testing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429768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1673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1280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全景图：AI 切入移动测试的五大方向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1755648"/>
            <a:ext cx="6858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7922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828800" y="17922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测试用例与脚本生成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2267712"/>
            <a:ext cx="6858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40864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304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828800" y="23042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智能测试执行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22960" y="2779776"/>
            <a:ext cx="6858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5292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2816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828800" y="28163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缺陷分析与根因定位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822960" y="3291840"/>
            <a:ext cx="6858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64992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33284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1828800" y="3328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质量预测与风险分析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822960" y="3803904"/>
            <a:ext cx="6858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77056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3840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1828800" y="3840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行业落地现状与成熟度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822960" y="4315968"/>
            <a:ext cx="6858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38912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25880" y="43525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1"/>
          <p:cNvSpPr/>
          <p:nvPr/>
        </p:nvSpPr>
        <p:spPr>
          <a:xfrm>
            <a:off x="1828800" y="43525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落地建议与路线图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全景图：AI大模型切入移动测试的五大方向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463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371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测试生成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用例生成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脚本生成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数据构造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94560" y="1097280"/>
            <a:ext cx="1463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94560" y="109728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智能执行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33172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自愈脚本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33172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探索测试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33172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视觉理解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840480" y="1097280"/>
            <a:ext cx="1463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40480" y="109728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3716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4048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缺陷分析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397764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崩溃归因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97764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根因定位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97764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重复检测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0" y="1097280"/>
            <a:ext cx="1463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0" y="109728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37160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质量预测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62356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风险预测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62356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变更影响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62356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覆盖建议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7132320" y="1097280"/>
            <a:ext cx="1463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132320" y="109728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137160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32320" y="1965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测试运维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726948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日志摘要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26948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报告生成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726948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知识沉淀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大模型正从生成、执行、分析、预测、运维五个维度全面赋能移动应用测试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测试用例与脚本生成（效率提升最显著）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34747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场景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大模型做法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→ 测试用例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手动阅读需求，逐条编写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读取 PRD + 设计稿，自动生成正向/异常/边界用例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D4B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5~10x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截图 → 脚本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手动录制或编码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多模态模型识别 UI 元素，直接生成 Espresso/Appium 脚本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D4B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3~5x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自然语言 → 代码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自动化工程师手写脚本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用自然语言描述流程，LLM 输出可执行测试代码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D4B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2~3x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测试数据构造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手动准备或写 Faker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根据字段语义生成合理数据（含边界值、国际化）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DD4B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3~5x</a:t>
                      </a:r>
                      <a:endParaRPr lang="en-US" sz="14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典型工具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6052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4114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/ Cursor — IDE 中直接生成测试代码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416552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Applitools Eyes + AI — 从设计稿推断测试断言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72584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46268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 / mabl — 基于 AI 自动生成和维护测试流程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28616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4882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自建方案 — PRD 喂给 GPT-4 / Claude，批量输出用例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智能测试执行：自愈脚本 &amp; 探索测试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自愈测试脚本（Self-Healing）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3657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457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元素定位失败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764792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1920240"/>
            <a:ext cx="3840480" cy="365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1920240"/>
            <a:ext cx="45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LLM 分析页面 DOM / 截图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67712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2423160"/>
            <a:ext cx="3840480" cy="365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423160"/>
            <a:ext cx="45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推理「用户想点击哪个按钮」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70632"/>
            <a:ext cx="164592" cy="1645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2926080"/>
            <a:ext cx="3840480" cy="365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926080"/>
            <a:ext cx="45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自动切换备选定位策略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273552"/>
            <a:ext cx="164592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48640" y="3429000"/>
            <a:ext cx="3840480" cy="365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48640" y="3429000"/>
            <a:ext cx="45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18"/>
          <p:cNvSpPr/>
          <p:nvPr/>
        </p:nvSpPr>
        <p:spPr>
          <a:xfrm>
            <a:off x="73152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测试继续执行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776472"/>
            <a:ext cx="164592" cy="16459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48640" y="3931920"/>
            <a:ext cx="3840480" cy="365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48640" y="3931920"/>
            <a:ext cx="4572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1"/>
          <p:cNvSpPr/>
          <p:nvPr/>
        </p:nvSpPr>
        <p:spPr>
          <a:xfrm>
            <a:off x="73152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事后建议更新脚本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驱动的探索式测试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4754880" y="1417320"/>
            <a:ext cx="39319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49377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Monkey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937760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随机点击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覆盖低、重复高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难以复现问题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8580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探索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858000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语义理解页面内容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有目的地操作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自动生成复现路径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0896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4924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多模态视觉理解测试</a:t>
            </a:r>
            <a:endParaRPr lang="en-US" sz="13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520440"/>
            <a:ext cx="146304" cy="14630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30352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页面渲染是否正确（语义级，非像素级）</a:t>
            </a:r>
            <a:endParaRPr lang="en-US" sz="11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794760"/>
            <a:ext cx="146304" cy="14630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303520" y="3767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文字截断/重叠检测</a:t>
            </a:r>
            <a:endParaRPr lang="en-US" sz="11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069080"/>
            <a:ext cx="146304" cy="14630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303520" y="4041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深色模式/浅色模式异常</a:t>
            </a:r>
            <a:endParaRPr lang="en-US" sz="11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4343400"/>
            <a:ext cx="146304" cy="14630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303520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不同屏幕尺寸布局合理性</a:t>
            </a:r>
            <a:endParaRPr lang="en-US" sz="1100" dirty="0"/>
          </a:p>
        </p:txBody>
      </p:sp>
      <p:sp>
        <p:nvSpPr>
          <p:cNvPr id="46" name="Text 3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代表工具：Testim  ·  Healenium  ·  DroidBot-GPT  ·  Functionize  ·  Firebase Robo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缺陷分析与根因定位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5720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崩溃日志归因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3533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读取 Crashlytics 堆栈，自动判断崩溃类型、定位代码模块，给出修复建议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65960"/>
            <a:ext cx="45720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568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ANR 分析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" y="23134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 ANR trace，识别主线程阻塞原因：网络调用、IO、锁竞争等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26080"/>
            <a:ext cx="45720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3580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 Bug 检测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32735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语义匹配新提 Bug，自动标记「可能是已知 Issue 的重复」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1005840"/>
            <a:ext cx="40233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1005840"/>
            <a:ext cx="45720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1556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日志智能摘要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13533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数千行 Logcat 输出提取关键错误信息，生成一句话摘要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63440" y="1965960"/>
            <a:ext cx="402336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1965960"/>
            <a:ext cx="45720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075688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Flaky Test 分析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303520" y="23134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分析历史执行数据和日志，推断不稳定原因（网络超时、动画等）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2452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51560" y="4114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2000人团队每天产生数百个崩溃和几十个 Flaky Test，AI 可把排查时间从小时级降到分钟级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质量预测与风险分析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变更影响分析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读取 PR diff + 代码依赖图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预测改动可能影响哪些功能模块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推荐需要回归的测试用例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402336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缺陷热点预测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16916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基于历史 Bug 数据 + 代码复杂度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预测下一版本哪些模块最可能出 Bug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提前集中测试资源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26080"/>
            <a:ext cx="402336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测试覆盖建议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31520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分析当前测试用例集 vs 代码变更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精准指出「覆盖盲区」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减少测试遗漏风险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926080"/>
            <a:ext cx="4023360" cy="457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发版风险评估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029200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综合测试通过率、崩溃率、性能指标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给出「是否可以发版」建议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 Release Manager 决策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行业落地现状与成熟度（2025~2026）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645920" cy="14081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6459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已成熟可用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932688"/>
            <a:ext cx="6492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932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辅助生成测试代码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932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Cursor, Amazon Q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207008"/>
            <a:ext cx="649224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自愈测试脚本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207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Testim, Healenium, mabl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481328"/>
            <a:ext cx="6492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481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崩溃日志智能分析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AI, Crashlytics + LLM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1755648"/>
            <a:ext cx="649224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1755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 AI 测试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1755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Applitools Eyes, Percy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029968"/>
            <a:ext cx="6492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用例从需求生成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 LLM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432304"/>
            <a:ext cx="1645920" cy="8595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32304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快速发展中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2450592"/>
            <a:ext cx="6492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0" y="24505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驱动自主探索测试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DroidBot-GPT 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2724912"/>
            <a:ext cx="649224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2724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多模态视觉理解测试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724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Gemini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2999232"/>
            <a:ext cx="6492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2377440" y="2999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变更影响智能分析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999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需深度集成代码仓库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401568"/>
            <a:ext cx="1645920" cy="5852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0156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尚在探索期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0" y="3419856"/>
            <a:ext cx="649224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2377440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全自主测试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419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目前是「AI 辅助人」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94560" y="3694176"/>
            <a:ext cx="649224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2377440" y="3694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端侧模型实时测试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设备端小模型，刚起步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52544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005840" y="4251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定位：「智能副驾」— 显著提效，但核心测试策略和质量决策仍需人来把关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2000人 Android 团队落地建议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立即可做（ROI 最高）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25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/ Cursor 辅助编写测试代码 — 效率提升 2~3x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崩溃日志 AI 分析 — 每日自动归因 + 修复建议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1874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→ 测试用例自动生成 — RAG 增强贴合业务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2286000"/>
            <a:ext cx="82296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22860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三到六个月内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697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自愈测试脚本 — 降低自动化维护成本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17520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2971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探索测试 — 比 Monkey 多发现 30~50% 崩溃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91840"/>
            <a:ext cx="146304" cy="14630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4400" y="3246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测试知识库 + RAG 问答 — 新人快速上手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14"/>
          <p:cNvSpPr/>
          <p:nvPr/>
        </p:nvSpPr>
        <p:spPr>
          <a:xfrm>
            <a:off x="640080" y="3657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六到十二个月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14800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14400" y="4069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多模态视觉测试 — 多语言、深色模式验收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389120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14400" y="4343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变更影响分析 + 精准回归 — 节省机器资源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663440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14400" y="4617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发版质量 AI Dashboard — 辅助发版决策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风险与注意事项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749808"/>
            <a:ext cx="7315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生成不准确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生成的测试用例必须人工审核，AI 是「加速器」不是「替代者」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幻觉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8872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关键判断环节（如发版决策）不能完全依赖 AI ，需有人类兜底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5603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97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8872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代码和日志不能直接发给公有 LLM API，需部署私有化模型或企业版 API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74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成本控制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8872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人团队大量调用 LLM API 成本不低，需设置用量监控和缓存策略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519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避免过度依赖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1188720" y="4434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保持团队基础测试设计能力，AI 辅助而非替代人类专业判断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65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00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  结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914400" y="2286000"/>
            <a:ext cx="731520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286000"/>
            <a:ext cx="7315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404872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大模型在移动测试中的最佳定位是「智能副驾」——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在测试生成、脚本维护、缺陷分析、探索测试四个方向上能显著提效，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核心测试策略设计、复杂业务判断、最终质量决策仍需要人来把关。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3886200"/>
            <a:ext cx="210312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3886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00200" y="3867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写测试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020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立即启动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3886200"/>
            <a:ext cx="210312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0" y="3886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160520" y="3867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崩溃 AI 分析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6052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快速见效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3886200"/>
            <a:ext cx="210312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3886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720840" y="3867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用例自动生成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2084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最高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AI大模型在手机App测试中的场景与应用</dc:title>
  <dc:subject>PptxGenJS Presentation</dc:subject>
  <dc:creator>AI Testing Team</dc:creator>
  <cp:lastModifiedBy>AI Testing Team</cp:lastModifiedBy>
  <cp:revision>1</cp:revision>
  <dcterms:created xsi:type="dcterms:W3CDTF">2026-03-17T06:27:07Z</dcterms:created>
  <dcterms:modified xsi:type="dcterms:W3CDTF">2026-03-17T06:27:07Z</dcterms:modified>
</cp:coreProperties>
</file>