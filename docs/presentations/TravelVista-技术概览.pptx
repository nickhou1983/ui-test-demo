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nickhou1983/UI-test-Demo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hyperlink" Target="https://nickhou1983.github.io/UI-test-Demo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411480" cy="4114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411480" cy="4114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57200"/>
            <a:ext cx="411480" cy="4114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57200"/>
            <a:ext cx="411480" cy="41148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57200"/>
            <a:ext cx="411480" cy="4114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TravelVista</a:t>
            </a:r>
            <a:endParaRPr lang="en-US" sz="4800" dirty="0"/>
          </a:p>
        </p:txBody>
      </p:sp>
      <p:sp>
        <p:nvSpPr>
          <p:cNvPr id="9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4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项目技术概览</a:t>
            </a:r>
            <a:endParaRPr lang="en-US" sz="2800" dirty="0"/>
          </a:p>
        </p:txBody>
      </p:sp>
      <p:sp>
        <p:nvSpPr>
          <p:cNvPr id="10" name="Text 3"/>
          <p:cNvSpPr/>
          <p:nvPr/>
        </p:nvSpPr>
        <p:spPr>
          <a:xfrm>
            <a:off x="731520" y="30175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8 · Tailwind CSS 4 · Playwright</a:t>
            </a:r>
            <a:endParaRPr lang="en-US" sz="1400" dirty="0"/>
          </a:p>
        </p:txBody>
      </p:sp>
      <p:sp>
        <p:nvSpPr>
          <p:cNvPr id="11" name="Shape 4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面向技术负责人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3 月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4617720"/>
            <a:ext cx="274320" cy="274320"/>
          </a:xfrm>
          <a:prstGeom prst="rect">
            <a:avLst/>
          </a:prstGeom>
        </p:spPr>
      </p:pic>
      <p:sp>
        <p:nvSpPr>
          <p:cNvPr id="15" name="Text 7">
            <a:hlinkClick r:id="rId7" tooltip=""/>
          </p:cNvPr>
          <p:cNvSpPr/>
          <p:nvPr/>
        </p:nvSpPr>
        <p:spPr>
          <a:xfrm>
            <a:off x="374904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github.com/nickhou1983/UI-test-Demo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议程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350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15361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产品定位、目标用户与线上地址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9293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28800" y="21305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核心技术栈、构建工具与项目结构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5237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功能亮点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27249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路由设计、组件体系与国际化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10896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11810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自动化测试体系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828800" y="33192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三层测试金字塔：组件 / E2E / 视觉回归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370332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71246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与云端执行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828800" y="39136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Azure Playwright Workspace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3"/>
          <p:cNvSpPr/>
          <p:nvPr/>
        </p:nvSpPr>
        <p:spPr>
          <a:xfrm>
            <a:off x="73152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30682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8288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质量保障总结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828800" y="45079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覆盖矩阵与下一步计划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548640"/>
            <a:ext cx="502920" cy="502920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1417320"/>
            <a:ext cx="502920" cy="502920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2286000"/>
            <a:ext cx="502920" cy="502920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0" y="3154680"/>
            <a:ext cx="502920" cy="502920"/>
          </a:xfrm>
          <a:prstGeom prst="rect">
            <a:avLst/>
          </a:prstGeom>
        </p:spPr>
      </p:pic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40233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93192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247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项目名称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298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TravelVista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93192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项目类型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280160" y="2121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单页应用 (SPA)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651760"/>
            <a:ext cx="393192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7063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280160" y="2944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旅游爱好者、行程规划者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474720"/>
            <a:ext cx="393192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9359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默认语言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280160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中文，支持运行时切换英文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846320" y="1005840"/>
            <a:ext cx="3840480" cy="3520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12064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03520" y="157276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6217920" y="15727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热门目的地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303520" y="2048256"/>
            <a:ext cx="29260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303520" y="21214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217920" y="2121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覆盖地区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303520" y="2596896"/>
            <a:ext cx="29260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303520" y="267004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4"/>
          <p:cNvSpPr/>
          <p:nvPr/>
        </p:nvSpPr>
        <p:spPr>
          <a:xfrm>
            <a:off x="6217920" y="26700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旅行类型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303520" y="3145536"/>
            <a:ext cx="29260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303520" y="32186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27"/>
          <p:cNvSpPr/>
          <p:nvPr/>
        </p:nvSpPr>
        <p:spPr>
          <a:xfrm>
            <a:off x="6217920" y="32186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支持语言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5303520" y="3694176"/>
            <a:ext cx="29260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303520" y="37673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36" name="Text 30"/>
          <p:cNvSpPr/>
          <p:nvPr/>
        </p:nvSpPr>
        <p:spPr>
          <a:xfrm>
            <a:off x="6217920" y="37673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核心页面</a:t>
            </a:r>
            <a:endParaRPr lang="en-US" sz="14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17720"/>
            <a:ext cx="228600" cy="228600"/>
          </a:xfrm>
          <a:prstGeom prst="rect">
            <a:avLst/>
          </a:prstGeom>
        </p:spPr>
      </p:pic>
      <p:sp>
        <p:nvSpPr>
          <p:cNvPr id="38" name="Text 31">
            <a:hlinkClick r:id="rId6" tooltip=""/>
          </p:cNvPr>
          <p:cNvSpPr/>
          <p:nvPr/>
        </p:nvSpPr>
        <p:spPr>
          <a:xfrm>
            <a:off x="868680" y="4617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nickhou1983.github.io/UI-test-Demo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2468880" cy="13716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 · Hooks + Router 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468880" cy="13716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058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801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1480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类型安全 · 严格模式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005840"/>
            <a:ext cx="2468880" cy="1371600"/>
          </a:xfrm>
          <a:prstGeom prst="rect">
            <a:avLst/>
          </a:prstGeom>
          <a:solidFill>
            <a:srgbClr val="F3E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0058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构建工具 · HMR 开发服务器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2606040"/>
            <a:ext cx="2468880" cy="13716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26060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371600" y="3154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· PostCSS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2606040"/>
            <a:ext cx="2468880" cy="13716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6060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88036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1.58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114800" y="3154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三层自动化测试框架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35040" y="2606040"/>
            <a:ext cx="246888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26060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880360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58000" y="3154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GitHub Pages 部署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48640" y="333756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项目目录结构（核心）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822960" y="374904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src/pages/        4 个页面组件 (Home / Destinations / Detail / About)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   10 个公共组件 (Navbar / Footer / FilterBar / Carousel …)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src/i18n/         中英文翻译文件 (zh.json / en.json，200+ 条目)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src/data/         静态数据 (12 目的地 / 4 分类 / 3 评价 / 4 团队成员)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           component / e2e / visual 三层测试代码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81328"/>
            <a:ext cx="14630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4264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673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热门目的地 + 分类 + 评价轮播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393192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231136"/>
            <a:ext cx="14630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128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/destinations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DestinationsPage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423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搜索/地区/类型三重筛选 + 12 卡片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393192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980944"/>
            <a:ext cx="14630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626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/destinations/:id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DetailPage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172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画廊 + 景点 + 侧边栏实用信息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21024"/>
            <a:ext cx="393192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730752"/>
            <a:ext cx="14630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124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6758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AboutPage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922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使命 + 价值观 + 团队 + 联系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1371600"/>
            <a:ext cx="384048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146304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4" y="1508760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623560" y="14173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响应式设计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623560" y="16459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Tablet / Desktop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三断点自适应布局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46320" y="2121408"/>
            <a:ext cx="384048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29200" y="221284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258568"/>
            <a:ext cx="329184" cy="32918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623560" y="2167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国际化 (i18n)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5623560" y="23957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运行时中英切换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翻译键，无需刷新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46320" y="2871216"/>
            <a:ext cx="384048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029200" y="296265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008376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623560" y="29169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高级筛选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623560" y="31455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 + 地区 + 类型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组合 + URL 参数联动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4846320" y="3621024"/>
            <a:ext cx="3840480" cy="62179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5029200" y="371246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3758184"/>
            <a:ext cx="329184" cy="32918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623560" y="366674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组件化架构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5623560" y="38953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个可复用组件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驱动 + 关注点分离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所有路由共享 Layout 包装 (Navbar + Outlet + Footer)  ·  BrowserRouter 驱动  ·  base: /UI-test-Demo/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自动化测试体系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三层测试金字塔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1371600"/>
            <a:ext cx="2011680" cy="640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0" y="1371600"/>
            <a:ext cx="4572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3898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Visual Regression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spec · 8 截图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148840"/>
            <a:ext cx="3108960" cy="6400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2148840"/>
            <a:ext cx="4572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1671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E2E 端到端测试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specs · 页面 + 用户旅程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4206240" cy="6400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443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Component Testing (CT)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specs · 隔离组件单元测试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100584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051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组件测试 (CT)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12527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@playwright/experimental-ct-react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14264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1600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SearchBar · FilterBar · Carousel · DestinationCard · Footer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993392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993392"/>
            <a:ext cx="54864" cy="8686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0391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端到端测试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2402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@playwright/test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24140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test:e2e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25877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destinations · detail · about · navigation · user-journey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2980944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2980944"/>
            <a:ext cx="54864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0266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视觉回归测试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2278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Screenshot + 像素比对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34015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test:visual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35753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页面截图 · maxDiffPixelRatio: 0.01 · animations: disabled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8404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总测试规模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1520" y="44622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文件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2103120" y="44622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视觉截图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3474720" y="44622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测试层级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与云端执行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流水线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72184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72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1801368"/>
            <a:ext cx="0" cy="2377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17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代码推送 / PR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main · PR → main · 手动触发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39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2368296"/>
            <a:ext cx="0" cy="2377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9842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环境准备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+ npm ci + 安装 Chromium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935224"/>
            <a:ext cx="0" cy="2377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55117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云端测试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797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PT · playwright.service.config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17296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" y="3502152"/>
            <a:ext cx="0" cy="2377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11810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视觉回归云端测试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3467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PT · 像素比对 · 失败即阻断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739896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6850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产物上传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9136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报告 + trace + 截图（14 天保留）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Playwright Workspace</a:t>
            </a:r>
            <a:endParaRPr lang="en-US" sz="15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9105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349240" y="15544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浏览器环境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17373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Chromium（云端托管）</a:t>
            </a:r>
            <a:endParaRPr lang="en-US" sz="10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20824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49240" y="19842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并行执行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349240" y="21671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 10 workers · CI 状态下 50 并行</a:t>
            </a:r>
            <a:endParaRPr lang="en-US" sz="10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450592"/>
            <a:ext cx="201168" cy="2011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49240" y="24140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认证方式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349240" y="25968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 (Entra ID)</a:t>
            </a:r>
            <a:endParaRPr lang="en-US" sz="10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880360"/>
            <a:ext cx="201168" cy="2011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349240" y="2843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网络模式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349240" y="30266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exposeNetwork: "&lt;loopback&gt;"</a:t>
            </a:r>
            <a:endParaRPr lang="en-US" sz="10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10128"/>
            <a:ext cx="201168" cy="20116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349240" y="32735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自动重试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5349240" y="34564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环境 2 次重试</a:t>
            </a:r>
            <a:endParaRPr lang="en-US" sz="1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739896"/>
            <a:ext cx="201168" cy="20116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349240" y="3703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报告输出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5349240" y="3886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Azure Portal 仪表板</a:t>
            </a:r>
            <a:endParaRPr lang="en-US" sz="100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169664"/>
            <a:ext cx="201168" cy="20116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349240" y="41330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5349240" y="43159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首次重试时自动捕获 · Portal 在线查看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07492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配置继承关系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5074920" y="4370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 → playwright.service.config.ts (Azure 叠加层)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质量保障总结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测试覆盖矩阵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测试对象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组件测试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测试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视觉回归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Navbar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SearchBar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FilterBar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HomePage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DestinationsPage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DetailPage (Bali)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AboutPage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i18n 语言切换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用户旅程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914400"/>
            <a:ext cx="2926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亮点与优势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356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417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统一测试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框架，3 层复用基础设施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9397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207568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 1% 阈值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动画禁用确保稳定性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5234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273405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云端浏览器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与本地环境互补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41071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00800" y="339242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自动化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每次推送自动验证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06908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00800" y="40507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语义审查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 AI 增强视觉验收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项目仓库: </a:t>
            </a:r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github.com/nickhou1983/UI-test-Demo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线上地址: </a:t>
            </a:r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nickhou1983.github.io/UI-test-Demo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114800"/>
            <a:ext cx="457200" cy="4572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4114800"/>
            <a:ext cx="457200" cy="4572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114800"/>
            <a:ext cx="457200" cy="4572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114800"/>
            <a:ext cx="457200" cy="4572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114800"/>
            <a:ext cx="457200" cy="45720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114800"/>
            <a:ext cx="457200" cy="45720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TravelVista 项目技术概览</dc:title>
  <dc:subject>PptxGenJS Presentation</dc:subject>
  <dc:creator>TravelVista Team</dc:creator>
  <cp:lastModifiedBy>TravelVista Team</cp:lastModifiedBy>
  <cp:revision>1</cp:revision>
  <dcterms:created xsi:type="dcterms:W3CDTF">2026-03-18T14:31:42Z</dcterms:created>
  <dcterms:modified xsi:type="dcterms:W3CDTF">2026-03-18T14:31:42Z</dcterms:modified>
</cp:coreProperties>
</file>