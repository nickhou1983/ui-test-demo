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 UI 自动化测试方案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Playwright + AI Agent 的智能测试生成与执行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从需求到测试用例的全自动化流程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静态分析 + 运行时探测 + 用户旅程驱动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E2E / 组件 / 视觉回归三种测试模式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背景与挑战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 AI 驱动的 UI 测试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方案架构总览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Skills 分层设计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智能发现能力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静态分析 + 运行时 DOM 探测 + 深度类型解析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用户旅程驱动测试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PRD 到自动化旅程测试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测试生成与执行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组件 / 视觉回归三种模式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智能错误报告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062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结构化分析 + 修复建议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云端与 CI/CD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062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Playwright Workspace 集成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实际演示与落地路径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062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TravelVista 项目实战案例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背景与挑战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 AI 驱动的 UI 测试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背景与挑战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UI 测试的四大痛点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定位器脆弱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结构变化导致大量测试失败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维护成本随项目增长指数上升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64592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64592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测试与需求脱节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手写测试凭经验，无法保证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PRD 中所有用户旅程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4592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人力瓶颈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专职 QA 编写速度有限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回归测试重复劳动占比 60%+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64592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环境不一致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本地/CI 环境差异导致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"在我机器上是好的" 问题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背景与挑战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的范式转变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38404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手动分析页面结构 → 手写定位器</a:t>
            </a:r>
            <a:endParaRPr lang="en-US" sz="11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凭经验选择测试场景 → 覆盖随机</a:t>
            </a:r>
            <a:endParaRPr lang="en-US" sz="11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独立维护测试代码 → 与源码脱节</a:t>
            </a:r>
            <a:endParaRPr lang="en-US" sz="11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本地跑通 ≠ CI 跑通 → 环境问题</a:t>
            </a:r>
            <a:endParaRPr lang="en-US" sz="11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测试失败 → 人工排查 → 手动修复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45920"/>
            <a:ext cx="3840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方式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自动分析源码 + 运行时 DOM 探测</a:t>
            </a:r>
            <a:endParaRPr lang="en-US" sz="11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PRD 提取旅程 → 覆盖有据可查</a:t>
            </a:r>
            <a:endParaRPr lang="en-US" sz="11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类型解析生成精准 mock 数据</a:t>
            </a:r>
            <a:endParaRPr lang="en-US" sz="11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云端统一环境 → 结果一致</a:t>
            </a:r>
            <a:endParaRPr lang="en-US" sz="11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结构化错误报告 + 智能修复建议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方案架构总览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Skills 分层设计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方案架构总览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937760" cy="3200400"/>
          </a:xfrm>
          <a:prstGeom prst="roundRect">
            <a:avLst>
              <a:gd name="adj" fmla="val 2857"/>
            </a:avLst>
          </a:prstGeom>
          <a:solidFill>
            <a:srgbClr val="162033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 (737 行)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环境检查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静态项目分析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B4a 深度类型解析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 旅程图构建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196596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运行时 DOM 探测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42316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B+3a I/O 交互探测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333756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337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智能错误报告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94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工作流编排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669280" y="15087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62033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(按需加载)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0" y="196596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测试生成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242316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组件测试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52160" y="288036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视觉回归测试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333756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配置文件生成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52160" y="379476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云端集成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方案架构总览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三种测试能力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697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端到端测试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页面加载与导航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表单交互与过滤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语言切换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用户旅程测试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跨页状态传递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697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45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组件测试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隔离挂载组件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输入验证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事件回调追踪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条件渲染分支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包装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0876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45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视觉回归测试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全页截图对比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响应式三视口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双语截图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基准线管理</a:t>
            </a:r>
            <a:endParaRPr lang="en-US" sz="11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Diff 检测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智能发现能力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静态分析 + 运行时 DOM 探测 + 深度类型解析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智能发现能力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B: 零配置静态分析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459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框架检测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 React/Vue/Svelte/Solid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6459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构建工具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Vite/Next/Webpack + base path + 端口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6459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路由发现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提取全部路由定义和参数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2004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/ Events / 依赖 / 条件渲染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32004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样式系统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/ CSS Modules / CSS-in-JS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10896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32004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检测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翻译库 + 语言文件 + 键值命名空间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智能发现能力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B4a: 深度类型解析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DestinationCard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51760" y="18288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types/index.ts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75120" y="18288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'beach'|'mountain'|'city'|'culture'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输出: Component I/O Profile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29000"/>
          <a:ext cx="768096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1089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示例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(Props)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解析类型 + 必填 + 样本值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destination: Destination (required)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(交互)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可交互元素 + 触发事件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&lt;button onClick&gt; → 跳转详情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(渲染)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可见内容 + 来源 + 条件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destination.name → always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(事件)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 + payload 类型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onSelect → string (id)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智能发现能力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B+: 运行时 DOM 探测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为什么需要运行时探测？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静态代码分析无法检测：多个 &lt;nav&gt; 区域、重复链接文字、overlapping ARIA roles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B+1 启动 Dev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自动运行 npm run dev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B+2 逐页快照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679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Tree + 可见文本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18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118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B+3 DOM 结构分析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1181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Nav/Link/Heading/Form 冲突检测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557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B+3a 交互式 I/O 探测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5570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表单填充 → 观察变化 → 记录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9592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B+4 构建 Locator Map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3995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为冲突元素推荐唯一定位器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B+5 输出报告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Analysis + I/O Probe Results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智能发现能力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Strategy Map 示例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164592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09728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原始定位器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推荐定位器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Navbar "目的地" 链接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getByRole('link', { name: '目的地' })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page.getByRole('main').getByRole('link', { name: '目的地', exact: true })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"精心策划" 标题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getByText('精心策划')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matches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page.getByRole('heading', { name: '精心策划' })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"查看全部" 按钮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getByRole('link', { name: /查看/ })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matches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page.getByRole('main').getByRole('link', { name: '查看全部目的地' })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Probe Results 示例</a:t>
            </a:r>
            <a:endParaRPr lang="en-US" sz="16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94760"/>
          <a:ext cx="8412480" cy="109728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377440"/>
                <a:gridCol w="23774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输入搜索 "beach"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张卡片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张卡片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点击分类 "文化"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无激活过滤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文化类高亮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点击语言切换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中文文本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文本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用户旅程驱动测试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PRD 到自动化旅程测试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用户旅程驱动测试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B9: 旅程图构建流程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需求提取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155448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导航图分析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旅程路径提取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55448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导航图示例 (TravelVista)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468880"/>
                <a:gridCol w="2011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(首页)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点击分类「海滩」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/destinations?type=beach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URL: type=beach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(首页)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点击目的地卡片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/destinations/{id}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Route: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点击卡片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/destinations/{id}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Route: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/destinations/{id}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点击面包屑「目的地」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/destinations/{id}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点击相关推荐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/destinations/{other}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Route: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用户旅程驱动测试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Map: 旅程实例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8412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1: 浏览 → 筛选 → 查看详情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[Priority: Critical]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2286000"/>
                <a:gridCol w="3657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页面加载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+ 搜索框可见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点击「海滩」分类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导航到 /destinations?type=beach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验证过滤结果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仅显示海滩类目的地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点击「巴厘岛」卡片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导航到 /destinations/bali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/destinations/bali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查看详情内容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图片画廊 + 景点 + 实用信息可见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/destinations/bali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面包屑返回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回到列表页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旅程覆盖率矩阵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00200"/>
                <a:gridCol w="1600200"/>
                <a:gridCol w="1600200"/>
                <a:gridCol w="16002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 浏览详情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J2 搜索过滤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J3 i18n 切换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J4 关于页访问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/destinations/:id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/about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测试生成与执行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组件 / 视觉回归三种模式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测试生成与执行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数据驱动的测试代码生成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Profiles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(B4b)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5544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7276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(B9d)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7276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(B+4)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15544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57276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Probes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(B+3a)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841248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生成的测试文件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5448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tests/e2e/home.spec.ts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01568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54480" y="34015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tests/e2e/destinations.spec.ts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94176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54480" y="36941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tests/e2e/destination-detail.spec.ts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6941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986784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54480" y="39867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tests/e2e/user-journey.spec.ts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9867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journeys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279392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54480" y="4279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tests/component/SearchBar.spec.tsx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4279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57200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54480" y="4572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tests/visual/pages.visual.spec.ts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screenshots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智能错误报告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H: 结构化错误报告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核心原则：不自动修复，人机协作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39319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单个错误报告 (H1)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Type: Strict Mode Violation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Message: 完整 Playwright 错误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Locator: getByRole('link', ...)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Actual: 1 element / 3 found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多个 &lt;nav&gt; 包含相同链接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Fix: Before → After 代码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 / Medium / 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74520"/>
            <a:ext cx="4114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汇总报告 (H2)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589520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修复优先级排序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按影响面降序 — 一个修复解决多个失败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同根因失败合并为一组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包含 3-5 行代码上下文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用户显式要求时才应用修复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云端与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Playwright Workspace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566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本地执行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PT 云端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配置文件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playwright.config.ts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playwright.service.config.ts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浏览器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本地二进制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托管 (始终最新)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并行度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核心数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最多 50 个云端浏览器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运行环境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宿主机 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容器 (一致性)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免费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分钟/月免费额度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报告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 HTML 报告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Portal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集成 (GitHub Actions)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" y="402336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04164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0876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737360" y="402336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83080" y="404164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7180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0" y="402336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404164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3484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402336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404164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E2E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PT)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9788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26480" y="402336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404164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Visual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PT)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6092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589520" y="402336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35240" y="404164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实际演示与落地路径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TravelVista 实战成果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45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测试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全部通过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554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645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645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总执行时间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554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645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12280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手动编写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测试代码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三步落地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7490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 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160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 .github/agents/ui-test.agent.md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个 Skill 文件到项目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657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37490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执行测试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4160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对话式输入 "执行E2E测试"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自动完成全流程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657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37490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查看报告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4160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HTML 报告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 Azure Portal Dashboard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 UI 自动化测试方案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github.com/nickhou1983/UI-test-Demo</a:t>
            </a:r>
            <a:endParaRPr lang="en-US" sz="13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Playwright + AI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 UI 自动化测试方案</dc:title>
  <dc:subject>PptxGenJS Presentation</dc:subject>
  <dc:creator>UI Testing Agent</dc:creator>
  <cp:lastModifiedBy>UI Testing Agent</cp:lastModifiedBy>
  <cp:revision>1</cp:revision>
  <dcterms:created xsi:type="dcterms:W3CDTF">2026-03-17T14:39:53Z</dcterms:created>
  <dcterms:modified xsi:type="dcterms:W3CDTF">2026-03-17T14:39:53Z</dcterms:modified>
</cp:coreProperties>
</file>